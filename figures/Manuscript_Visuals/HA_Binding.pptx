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123"/>
    <a:srgbClr val="FB2725"/>
    <a:srgbClr val="01BFC6"/>
    <a:srgbClr val="788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E669-D52A-05E4-7573-C7CC860A5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4D55E-D18A-BE7B-6686-773357B2F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E727B-E0F0-DBA7-5D16-4535433E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7153A-F4B8-B09C-DC70-E641D8BB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0DB81-B024-4F27-4861-96C2036B2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EF2FE-C322-5796-80C3-B76902B4A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EF622-9109-DDD3-9287-7FFA9F432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1848E-58BF-66B3-B9D9-E449BE5E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AD64-80B6-9E29-C02C-A856A010B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FECED-7C16-B199-9C1F-76A3B2AE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8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369D-B0D5-1330-CEA4-EF593799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4DE88-FDC8-FFCF-A3C9-C2EF33A60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0CF40-E7CA-3C25-94B5-7826C819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A2F24-A52D-2B66-73A3-FFA44B5C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42B53-46C0-9131-6F11-4580F9A2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4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DAC65-6397-04D0-8066-9C04366D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883A8-CFDE-16AE-EE4E-03631ACA4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67D91-4D92-0545-51E0-DF0C218FE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5905D-944B-E6A7-3C47-650A7D05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91E85-97F8-972A-1B26-316DEEC7D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DC8DA-0A26-C6A6-40F9-D8441167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7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83EE-8778-DA18-B066-03BCF001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3D7F7-FCAC-C573-EEB9-F411D667E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76B38-35EE-FAAA-78F7-D44FA01EE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6DD38-5D56-1CE3-6FB4-7951BF35E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ACECE-5C94-5BE3-853C-3B5EAA0E9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51532B-D3D3-A450-402A-59FD2D30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66E-5A44-00F6-9DE2-E4C2DABB5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79C21-60EF-7AA9-0DFA-73E9C080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05E2-860A-19B6-046D-7116CA85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39810-9540-991F-011F-C1482E42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AC1D1-079A-0032-6EB5-1F37F27D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7AB21-F3BD-4217-9260-755C2B51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9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E03CED-32C8-6ADD-1371-D1D6F20AA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D4DBA-CBD4-A203-0745-6D08B7B3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F1F16-933B-7324-EBF5-829AB5BB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2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3FE0-8015-FBD9-F1F7-9897FFB7E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43A6F-7C3E-670A-725C-0E4E91240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4E89F-99C1-A05F-0C41-3B717EB01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CEFB9-05C6-C2FB-C95F-CAE4E74F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FA024-87AC-1838-73B0-AA35A82D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298F4-93F8-B457-9410-F04E6A90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87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2BE07-2C5A-6AB4-CBE5-1B4EE541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51E7C-C787-B282-6846-8AF9AB33C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87878-0892-75B3-0F7F-20DCA9600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65A5B-ACF5-7858-31D3-81A5383F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02B1E-5E0C-A1A0-C8E4-9921C4544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4A421-CEEF-E307-EFB1-E7923FA59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9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4FD9-F431-4DA0-AB06-B0CD6E3B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FB9CA-F062-DF95-7EDA-A85DB1E9B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F89BB-88BD-CD1E-588C-4EFF5E16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2B90B-7311-D6D0-6368-6987C011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96A11-7610-1680-B55E-D745317A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9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EA1BED-3ABC-5B82-FF22-9F6CE1EA7D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C23EB-3508-ECED-8DB2-D5C2CF95B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4BD5-92F7-A8B9-9EC4-157E6DEF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6FC7A-F603-1641-407C-E4E04E10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40988-3FC1-77DC-0F6E-1C53B7EC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33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C3B891-D182-21CF-7E2D-94587C785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72AB8-708D-DACC-148C-A15D2E1E6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7BD4B-3194-B344-13BC-AF7A531F0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90799-BC17-0F42-A412-D06F06396AC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16A5B-AABE-F995-0D1A-84E7160F2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EFDB3-09DA-E8AA-E625-F6CCDD7E0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E3685-040A-AA44-B131-3DEDFEEAC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9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8283AF-893C-08A0-2DB1-77B68B3ABA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6867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7F19305-4669-6F0E-174B-36D81F063243}"/>
              </a:ext>
            </a:extLst>
          </p:cNvPr>
          <p:cNvGrpSpPr/>
          <p:nvPr/>
        </p:nvGrpSpPr>
        <p:grpSpPr>
          <a:xfrm>
            <a:off x="2349795" y="4412511"/>
            <a:ext cx="956930" cy="1711842"/>
            <a:chOff x="2349795" y="4412511"/>
            <a:chExt cx="956930" cy="1711842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7EA2E5B-9F2F-9CA3-730E-19D1BFEA36BB}"/>
                </a:ext>
              </a:extLst>
            </p:cNvPr>
            <p:cNvSpPr/>
            <p:nvPr/>
          </p:nvSpPr>
          <p:spPr>
            <a:xfrm>
              <a:off x="2349795" y="5124892"/>
              <a:ext cx="956930" cy="287079"/>
            </a:xfrm>
            <a:prstGeom prst="roundRect">
              <a:avLst/>
            </a:prstGeom>
            <a:solidFill>
              <a:srgbClr val="7888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9.104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4516300-7DE2-5BF6-3554-9E6417D8815C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2828260" y="4412511"/>
              <a:ext cx="0" cy="71238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44505D5-30F4-4C7B-C683-1B8542E2E665}"/>
                </a:ext>
              </a:extLst>
            </p:cNvPr>
            <p:cNvCxnSpPr>
              <a:cxnSpLocks/>
            </p:cNvCxnSpPr>
            <p:nvPr/>
          </p:nvCxnSpPr>
          <p:spPr>
            <a:xfrm>
              <a:off x="2828260" y="5411972"/>
              <a:ext cx="0" cy="71238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07BF08-C9D1-CDF8-45E9-D835F76AFA24}"/>
              </a:ext>
            </a:extLst>
          </p:cNvPr>
          <p:cNvGrpSpPr/>
          <p:nvPr/>
        </p:nvGrpSpPr>
        <p:grpSpPr>
          <a:xfrm>
            <a:off x="5213498" y="2562445"/>
            <a:ext cx="956930" cy="723014"/>
            <a:chOff x="2349795" y="4412511"/>
            <a:chExt cx="956930" cy="1164053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99173B49-52BB-F9DE-5726-9C3FF64C1D13}"/>
                </a:ext>
              </a:extLst>
            </p:cNvPr>
            <p:cNvSpPr/>
            <p:nvPr/>
          </p:nvSpPr>
          <p:spPr>
            <a:xfrm>
              <a:off x="2349795" y="4774017"/>
              <a:ext cx="956930" cy="425303"/>
            </a:xfrm>
            <a:prstGeom prst="roundRect">
              <a:avLst/>
            </a:prstGeom>
            <a:solidFill>
              <a:srgbClr val="01BFC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4.213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DCC74B5-5AFF-445B-815D-299C786BCB47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828260" y="4412511"/>
              <a:ext cx="0" cy="36150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35201D4-5450-7F94-6CF9-C67F87EDEC71}"/>
                </a:ext>
              </a:extLst>
            </p:cNvPr>
            <p:cNvCxnSpPr>
              <a:cxnSpLocks/>
            </p:cNvCxnSpPr>
            <p:nvPr/>
          </p:nvCxnSpPr>
          <p:spPr>
            <a:xfrm>
              <a:off x="2828260" y="5199320"/>
              <a:ext cx="0" cy="37724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8A65A1-7E27-C110-BC58-6FA97ABCB944}"/>
              </a:ext>
            </a:extLst>
          </p:cNvPr>
          <p:cNvGrpSpPr/>
          <p:nvPr/>
        </p:nvGrpSpPr>
        <p:grpSpPr>
          <a:xfrm>
            <a:off x="8119731" y="3997843"/>
            <a:ext cx="956930" cy="988828"/>
            <a:chOff x="2349795" y="4184268"/>
            <a:chExt cx="956930" cy="1592013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119CEB40-981C-0DD4-4EAE-746F296CF99E}"/>
                </a:ext>
              </a:extLst>
            </p:cNvPr>
            <p:cNvSpPr/>
            <p:nvPr/>
          </p:nvSpPr>
          <p:spPr>
            <a:xfrm>
              <a:off x="2349795" y="4774014"/>
              <a:ext cx="956930" cy="425302"/>
            </a:xfrm>
            <a:prstGeom prst="roundRect">
              <a:avLst/>
            </a:prstGeom>
            <a:solidFill>
              <a:srgbClr val="FB272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6.031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F4E60C0-26DE-0424-86BB-10210760CCF7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flipV="1">
              <a:off x="2828260" y="4184268"/>
              <a:ext cx="0" cy="58974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233A702-B8A2-8763-81E7-231E528060EE}"/>
                </a:ext>
              </a:extLst>
            </p:cNvPr>
            <p:cNvCxnSpPr>
              <a:cxnSpLocks/>
            </p:cNvCxnSpPr>
            <p:nvPr/>
          </p:nvCxnSpPr>
          <p:spPr>
            <a:xfrm>
              <a:off x="2828260" y="5199320"/>
              <a:ext cx="0" cy="57696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E45197-186F-85D8-0DCA-A523C9E67BC0}"/>
              </a:ext>
            </a:extLst>
          </p:cNvPr>
          <p:cNvGrpSpPr/>
          <p:nvPr/>
        </p:nvGrpSpPr>
        <p:grpSpPr>
          <a:xfrm>
            <a:off x="9558671" y="1169581"/>
            <a:ext cx="956930" cy="1998721"/>
            <a:chOff x="2349795" y="3533770"/>
            <a:chExt cx="956930" cy="3217941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499E20B9-AC32-0079-5356-F4FAECD3BE4E}"/>
                </a:ext>
              </a:extLst>
            </p:cNvPr>
            <p:cNvSpPr/>
            <p:nvPr/>
          </p:nvSpPr>
          <p:spPr>
            <a:xfrm>
              <a:off x="2349795" y="4774014"/>
              <a:ext cx="956930" cy="425302"/>
            </a:xfrm>
            <a:prstGeom prst="roundRect">
              <a:avLst/>
            </a:prstGeom>
            <a:solidFill>
              <a:srgbClr val="FF912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11.16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D82790-3A47-D9D6-78B0-2A6E41724358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V="1">
              <a:off x="2828260" y="3533770"/>
              <a:ext cx="0" cy="124024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0C37000-BDB3-E9A7-0A9A-42DB5EA80803}"/>
                </a:ext>
              </a:extLst>
            </p:cNvPr>
            <p:cNvCxnSpPr>
              <a:cxnSpLocks/>
            </p:cNvCxnSpPr>
            <p:nvPr/>
          </p:nvCxnSpPr>
          <p:spPr>
            <a:xfrm>
              <a:off x="2828260" y="5199320"/>
              <a:ext cx="0" cy="155239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559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 Guirales Medrano</dc:creator>
  <cp:lastModifiedBy>Sayal Guirales Medrano</cp:lastModifiedBy>
  <cp:revision>1</cp:revision>
  <dcterms:created xsi:type="dcterms:W3CDTF">2026-03-23T20:24:23Z</dcterms:created>
  <dcterms:modified xsi:type="dcterms:W3CDTF">2026-03-23T20:39:47Z</dcterms:modified>
</cp:coreProperties>
</file>