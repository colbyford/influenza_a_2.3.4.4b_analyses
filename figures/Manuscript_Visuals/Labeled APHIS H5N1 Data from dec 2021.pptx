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8F935-F5CD-A48A-8FAD-F78DA48B9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3B04D-19F6-E7C9-C75E-64E855A88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9359-7C56-3FDF-847B-E2E343CF5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DF6AC-BB0B-E1BF-E303-32ABA02BD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801F5-A828-9FF6-851C-3BB5342C7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6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58FF-C66D-FB3D-1FEC-20C4FC53A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45675-56AE-A089-96D6-C41B1D216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CC67C-DA85-CE47-9083-689DFA61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4F935-06ED-03EC-2E6E-169B4451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0B16E-7FC8-BF93-52B0-9D7E514B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21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90CB-BA40-9EF7-B9E9-510BE2087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56F88-014B-8BD8-E355-18CA9E18E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07D67-9CEF-3044-29F1-FA2B7279C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C97B2-A588-1483-4E2F-4CEB604B5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FF457-ED53-90A2-92DA-15E35E1A4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7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F0BD-A1F5-454C-E3B9-760B932B0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C1F5B-7799-E02B-80E5-44A0EB03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1AFDB-C710-01F4-8B63-B57468239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F9B69-EF0B-8313-70EC-1E3982AC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A3FF9-A8A3-5599-26A2-9844265F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9E66-0DCE-AD4C-74CA-2425F0B30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1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013CD-CFFA-52E1-5AA7-BB0BAB620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8BC90-F00E-BA61-6284-A787EA55C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AC60B-346C-A8E2-AC9B-18FA89318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021E6-ED3B-0E84-AF47-9F8E50B687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8E608-B0AD-EF5A-6394-E80FE18201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748C3-32AD-AC22-D5BC-0D75E78E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BEF864-CAE9-9AB0-D3C2-B6E482AAD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53FC3-FF9D-00A4-9CBC-409D27A5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5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5086-5F55-6DB2-C0B6-1F512E9BD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42F781-FA77-6BB4-945D-DD00F27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F67B91-067A-CFD1-818C-DA140BC7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9D3FA-4CC6-C261-62AC-987B616D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1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820780-A41A-38E0-C1F0-C4556F54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4BC23-8E0B-4FA0-C3C1-45A6C1327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D9F17-01CB-476E-18B6-AC4CBA88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6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FA223-957C-38F6-DF5A-B10E0C10D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14821-9B07-D889-29D4-9C0A17FCC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EA33B-C3D2-3542-E43B-67735183D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7F293-7724-5BE0-5861-F2E9F1011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6C236-28CD-6313-A39D-A5487B516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1C0FB-39BA-86FF-CEBE-AB91A39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0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EA9BA-7F2D-9D04-6920-70F987EE8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FAFC63-83D7-08C0-439F-939DD1AE10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536B5-3039-4AFB-AC99-77B986930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B357B-3A0D-A16A-C089-9AED18E33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18B-5128-CAAB-71ED-6C1EA4CDA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887AF-5E39-7EE1-6592-AAD735D14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1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1761F-05A6-E50C-CD85-0FE9BEE3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86164-229C-CEAE-EB16-19953E2C1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941C8-1D3C-46F2-44B9-E4C8A004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63648-D8BB-C2BF-8CC2-46562FA48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9DA65-3BBC-0955-817B-6C821C1A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0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43DCB2-9682-1FDC-C18D-28FF673F1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5FCA00-D5BC-B34D-00E8-9C38B5B28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5D733-E136-C43E-1065-22BD5B20C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9813E-9F54-C11C-05A5-DDA37AD87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0966B-FDCF-D1F4-A761-644E9D8C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5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3B1271-0FF5-823E-F653-200944991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A0C71-E466-4778-AF80-2823B05EF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B197C-5654-6C05-049D-59C86574B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7968C0-0126-2D4E-A6CE-41584F02142F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83687-2CA2-0BFD-B084-0D3700EAE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B287D-B8EB-4DDC-F8B4-8C24DD1FB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41466C-A4B6-FD43-A1E6-B85ECDA62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1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B6AF7F-8C29-8B5D-16CB-6818A9F33D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8" t="930" r="6334" b="14272"/>
          <a:stretch>
            <a:fillRect/>
          </a:stretch>
        </p:blipFill>
        <p:spPr>
          <a:xfrm>
            <a:off x="0" y="0"/>
            <a:ext cx="121942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3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 Guirales Medrano</dc:creator>
  <cp:lastModifiedBy>Sayal Guirales Medrano</cp:lastModifiedBy>
  <cp:revision>1</cp:revision>
  <dcterms:created xsi:type="dcterms:W3CDTF">2026-03-27T14:50:58Z</dcterms:created>
  <dcterms:modified xsi:type="dcterms:W3CDTF">2026-03-27T14:59:41Z</dcterms:modified>
</cp:coreProperties>
</file>